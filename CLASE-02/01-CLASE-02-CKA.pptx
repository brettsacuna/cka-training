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2000" y="-1350000"/>
            <a:ext cx="4500000" cy="4500000"/>
          </a:xfrm>
          <a:prstGeom prst="ellipse">
            <a:avLst/>
          </a:prstGeom>
          <a:solidFill>
            <a:srgbClr val="0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42000" y="5308000"/>
            <a:ext cx="2900000" cy="2900000"/>
          </a:xfrm>
          <a:prstGeom prst="ellipse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000" y="10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0000" y="300000"/>
            <a:ext cx="8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CKA HANDS-ON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000" y="162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spc="200">
                <a:solidFill>
                  <a:srgbClr val="74A6FF"/>
                </a:solidFill>
                <a:latin typeface="Segoe UI Semibold"/>
              </a:rPr>
              <a:t>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00" y="2040000"/>
            <a:ext cx="89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Administración del Cluster — Upgrade, ETCD y RBAC</a:t>
            </a:r>
          </a:p>
        </p:txBody>
      </p:sp>
      <p:sp>
        <p:nvSpPr>
          <p:cNvPr id="8" name="Rectangle 7"/>
          <p:cNvSpPr/>
          <p:nvPr/>
        </p:nvSpPr>
        <p:spPr>
          <a:xfrm>
            <a:off x="660000" y="3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000" y="376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Mantener, recuperar y controlar el acceso a lo que sostiene tus aplicaciones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180 min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DURACIÓN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5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5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5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4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LABORATORIOS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1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1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25 %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PESO EN EL CKA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6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46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6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1.34→1.35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UPGRADE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Al terminar esta clase serás capaz de…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98400" y="441400"/>
            <a:ext cx="307200" cy="3072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00800" y="543800"/>
            <a:ext cx="102400" cy="1024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0000" y="20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19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Inventariar los componentes de un cluster kubeadm y sus versiones.</a:t>
            </a:r>
          </a:p>
        </p:txBody>
      </p:sp>
      <p:sp>
        <p:nvSpPr>
          <p:cNvPr id="13" name="Oval 12"/>
          <p:cNvSpPr/>
          <p:nvPr/>
        </p:nvSpPr>
        <p:spPr>
          <a:xfrm>
            <a:off x="620000" y="26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24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Vaciar y devolver un nodo al servicio con cordon, drain y uncordon.</a:t>
            </a:r>
          </a:p>
        </p:txBody>
      </p:sp>
      <p:sp>
        <p:nvSpPr>
          <p:cNvPr id="15" name="Oval 14"/>
          <p:cNvSpPr/>
          <p:nvPr/>
        </p:nvSpPr>
        <p:spPr>
          <a:xfrm>
            <a:off x="620000" y="318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05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Actualizar un cluster completo: control plane primero, workers después.</a:t>
            </a:r>
          </a:p>
        </p:txBody>
      </p:sp>
      <p:sp>
        <p:nvSpPr>
          <p:cNvPr id="17" name="Oval 16"/>
          <p:cNvSpPr/>
          <p:nvPr/>
        </p:nvSpPr>
        <p:spPr>
          <a:xfrm>
            <a:off x="620000" y="374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361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Localizar endpoint y certificados de etcd sin buscar en Internet.</a:t>
            </a:r>
          </a:p>
        </p:txBody>
      </p:sp>
      <p:sp>
        <p:nvSpPr>
          <p:cNvPr id="19" name="Oval 18"/>
          <p:cNvSpPr/>
          <p:nvPr/>
        </p:nvSpPr>
        <p:spPr>
          <a:xfrm>
            <a:off x="620000" y="430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17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Crear, validar y restaurar un snapshot de etcd.</a:t>
            </a:r>
          </a:p>
        </p:txBody>
      </p:sp>
      <p:sp>
        <p:nvSpPr>
          <p:cNvPr id="21" name="Oval 20"/>
          <p:cNvSpPr/>
          <p:nvPr/>
        </p:nvSpPr>
        <p:spPr>
          <a:xfrm>
            <a:off x="620000" y="48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000" y="47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Diseñar permisos RBAC aplicando mínimo privilegio.</a:t>
            </a:r>
          </a:p>
        </p:txBody>
      </p:sp>
      <p:sp>
        <p:nvSpPr>
          <p:cNvPr id="23" name="Oval 22"/>
          <p:cNvSpPr/>
          <p:nvPr/>
        </p:nvSpPr>
        <p:spPr>
          <a:xfrm>
            <a:off x="620000" y="54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000" y="52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Diagnosticar un Forbidden con kubectl auth can-i.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180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1252000" y="415800"/>
            <a:ext cx="0" cy="179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52000" y="595000"/>
            <a:ext cx="128000" cy="51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0000" y="154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00–12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0000" y="171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0000" y="154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Repaso de la Clase 1 y objetivos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" y="201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12–35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0000" y="218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20000" y="201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arquitectura kubeadm, static Pods, version skew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000" y="248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35–50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0000" y="265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0000" y="248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Demo: drain en vivo, ver a dónde se mueven los Pods, uncordon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00" y="299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000" y="295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50–70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20000" y="312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0000" y="295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2.1 — Básico: inventario, cordon, drain, uncordon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00" y="346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000" y="342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70–105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20000" y="359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0000" y="342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2.2 — Intermedio: upgrade del control plane y del worker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0000" y="389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105–118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20000" y="406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20000" y="389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etcd, certificados y estrategia de backup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0000" y="440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000" y="436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118–145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20000" y="453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20000" y="436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2.3 — Avanzado: snapshot, validación y restore de etcd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0000" y="483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145–158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0000" y="500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0000" y="483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RBAC en 10 minutos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0000" y="534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0000" y="530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158–176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0000" y="547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20000" y="530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2.4 — Challenge: Forbidden en producción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0000" y="577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176–180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20000" y="594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20000" y="577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Cierre y CKA Tips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rol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Arquitectura kubeadm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Qué hay debajo de kubectl y quién lo arranca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control plane no son Deployments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05</a:t>
            </a:r>
          </a:p>
        </p:txBody>
      </p:sp>
      <p:pic>
        <p:nvPicPr>
          <p:cNvPr id="8" name="Picture 7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6000" y="21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17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En kubeadm, el control plane son static Pods: el kubelet los arranca leyendo archivos del disco.</a:t>
            </a:r>
          </a:p>
        </p:txBody>
      </p:sp>
      <p:sp>
        <p:nvSpPr>
          <p:cNvPr id="11" name="Oval 10"/>
          <p:cNvSpPr/>
          <p:nvPr/>
        </p:nvSpPr>
        <p:spPr>
          <a:xfrm>
            <a:off x="636000" y="30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000" y="26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scheduler no interviene y no puedes borrarlos con kubectl: el kubelet los recrea al instante.</a:t>
            </a:r>
          </a:p>
        </p:txBody>
      </p:sp>
      <p:sp>
        <p:nvSpPr>
          <p:cNvPr id="13" name="Oval 12"/>
          <p:cNvSpPr/>
          <p:nvPr/>
        </p:nvSpPr>
        <p:spPr>
          <a:xfrm>
            <a:off x="636000" y="40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35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Cambiar un manifiesto de esa carpeta reinicia el componente en segundos. Es la palanca de recuperación.</a:t>
            </a:r>
          </a:p>
        </p:txBody>
      </p:sp>
      <p:sp>
        <p:nvSpPr>
          <p:cNvPr id="15" name="Oval 14"/>
          <p:cNvSpPr/>
          <p:nvPr/>
        </p:nvSpPr>
        <p:spPr>
          <a:xfrm>
            <a:off x="636000" y="49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45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kubelet, en cambio, sí es un servicio de systemd: sobrevive aunque el API server esté caído.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35040" y="17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5040" y="20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5040" y="17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/ETC/KUBERNETES/MANIFESTS/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25040" y="20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5040" y="2200000"/>
            <a:ext cx="4516960" cy="1586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etcd.yaml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kube-apiserver.yaml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kube-controller-manager.yaml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kube-scheduler.yaml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Sin kubectl: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crictl ps -a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journalctl -u kubelet -n 80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Si kubectl no responde, la respuesta está en journalctl -u kubelet y en crictl. Nunca en kubectl.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MANTENIMIENTO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Vaciar un nodo sin cortar el servicio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06</a:t>
            </a:r>
          </a:p>
        </p:txBody>
      </p:sp>
      <p:pic>
        <p:nvPicPr>
          <p:cNvPr id="8" name="Picture 7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4700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0000" y="17812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0000" y="14700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cordon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0000" y="16795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70000" y="14700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nodo deja de aceptar Pods nuevos. Los actuales siguen ahí.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000" y="24305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25925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0000" y="29037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0000" y="25925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drain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0000" y="28020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70000" y="25925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Desaloja los Pods existentes. Los controladores los recrean en otros nodos.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000" y="35530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00" y="37150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0000" y="40262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0000" y="37150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Mantener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0000" y="39245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70000" y="37150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Upgrade, parches, reinicio del hardware.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000" y="46755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000" y="48375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0000" y="51487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0000" y="48375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uncordon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0000" y="50470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0000" y="48375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nodo vuelve a aceptar Pods. Los antiguos NO regresan solos.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drain falla dos veces a propósito: DaemonSets (--ignore-daemonsets) y datos de emptyDir (--delete-emptydir-data). Lee el mensaje: te está diciendo qué autorizar.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F7B72"/>
                </a:solidFill>
                <a:latin typeface="Segoe UI Semibold"/>
              </a:rPr>
              <a:t>AVISO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Kubernetes no reequilibra por sí solo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07</a:t>
            </a:r>
          </a:p>
        </p:txBody>
      </p:sp>
      <p:pic>
        <p:nvPicPr>
          <p:cNvPr id="8" name="Picture 7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Tras un uncordon, las réplicas no vuelven al nodo. El scheduler solo decide en el momento de CREAR un Pod; una vez colocado, nadie lo mueve. Si necesitas repartir de nuevo, fuerza la recreación.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2410000"/>
            <a:ext cx="10952000" cy="972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000" y="2410000"/>
            <a:ext cx="46000" cy="972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00" y="2560000"/>
            <a:ext cx="10412000" cy="71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drain &lt;node&gt; --ignore-daemonsets --delete-emptydir-data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uncordon &lt;node&gt;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rollout restart deployment/&lt;d&gt;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así sí se reequilibra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básico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2.1 — Inventario del cluster, cordon y drain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Conocer el cluster antes de tocarlo y practicar la operación que precede a cualquier mantenimiento.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Tabla de versiones: nodos, cliente, servidor, kubeadm, kubelet, runtime.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Identificar los cuatro static Pods y el data dir de etcd.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Desplegar 4 réplicas, cordonar y comprobar que un Pod nuevo evita el nodo.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Resolver por tu cuenta los dos errores que da drain.</a:t>
            </a:r>
          </a:p>
        </p:txBody>
      </p:sp>
      <p:sp>
        <p:nvSpPr>
          <p:cNvPr id="14" name="Freeform 13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CLASE-02/LABORATORIOS/LAB-01-BASICO.md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nodes -o wide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rol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Upgrade del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Una minor cada vez, y siempre en el mismo orden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PROCEDIMIENTO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orden no es negociable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10</a:t>
            </a:r>
          </a:p>
        </p:txBody>
      </p:sp>
      <p:sp>
        <p:nvSpPr>
          <p:cNvPr id="8" name="Oval 7"/>
          <p:cNvSpPr/>
          <p:nvPr/>
        </p:nvSpPr>
        <p:spPr>
          <a:xfrm>
            <a:off x="10996000" y="390200"/>
            <a:ext cx="76800" cy="768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36800" y="428600"/>
            <a:ext cx="3712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996000" y="543800"/>
            <a:ext cx="76800" cy="768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1136800" y="582200"/>
            <a:ext cx="3712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0996000" y="697400"/>
            <a:ext cx="76800" cy="768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1136800" y="735800"/>
            <a:ext cx="3712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0000" y="1710000"/>
            <a:ext cx="2580500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000" y="1710000"/>
            <a:ext cx="2440500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Validar versiones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24500" y="205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410500" y="1710000"/>
            <a:ext cx="2580500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80500" y="1710000"/>
            <a:ext cx="2440500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Snapshot de etcd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15000" y="205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01000" y="1710000"/>
            <a:ext cx="2580500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1000" y="1710000"/>
            <a:ext cx="2440500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kubeadm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805500" y="205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991500" y="1710000"/>
            <a:ext cx="2580500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61500" y="1710000"/>
            <a:ext cx="2440500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upgrade plan / apply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281750" y="2416000"/>
            <a:ext cx="0" cy="20800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0000" y="2650000"/>
            <a:ext cx="2580500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000" y="2650000"/>
            <a:ext cx="2440500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drain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24500" y="299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410500" y="2650000"/>
            <a:ext cx="2580500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80500" y="2650000"/>
            <a:ext cx="2440500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kubelet + kubectl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15000" y="299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1000" y="2650000"/>
            <a:ext cx="2580500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1000" y="2650000"/>
            <a:ext cx="2440500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restart kubelet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805500" y="299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991500" y="2650000"/>
            <a:ext cx="2580500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61500" y="2650000"/>
            <a:ext cx="2440500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uncordon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0000" y="3690000"/>
            <a:ext cx="10952000" cy="207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0000" y="3714000"/>
            <a:ext cx="40000" cy="20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0000" y="3930000"/>
            <a:ext cx="10432000" cy="16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POR QUÉ ESE ORDEN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kubeadm escribe los manifiestos nuevos de los static Pods: tiene que ir primero.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kubelet solo puede estar igual o por debajo del API server, nunca por encima. Por eso va después.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En los workers se usa kubeadm upgrade node, no apply: no aplican una versión de cluster.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Nunca se saltan minors: 1.34 → 1.35 → 1.36.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Y siempre: systemctl daemon-reload antes de restart.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ACTUALIZACIÓN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repositorio cambió: hay uno por cada minor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11</a:t>
            </a:r>
          </a:p>
        </p:txBody>
      </p:sp>
      <p:sp>
        <p:nvSpPr>
          <p:cNvPr id="8" name="Freeform 7"/>
          <p:cNvSpPr/>
          <p:nvPr/>
        </p:nvSpPr>
        <p:spPr>
          <a:xfrm>
            <a:off x="10970400" y="326200"/>
            <a:ext cx="563200" cy="512000"/>
          </a:xfrm>
          <a:custGeom>
            <a:avLst/>
            <a:gdLst/>
            <a:ahLst/>
            <a:cxnLst/>
            <a:rect l="l" t="t" r="r" b="b"/>
            <a:pathLst>
              <a:path w="563200" h="512000">
                <a:moveTo>
                  <a:pt x="281600" y="0"/>
                </a:moveTo>
                <a:lnTo>
                  <a:pt x="563200" y="512000"/>
                </a:lnTo>
                <a:lnTo>
                  <a:pt x="0" y="512000"/>
                </a:lnTo>
                <a:close/>
              </a:path>
            </a:pathLst>
          </a:custGeom>
          <a:noFill/>
          <a:ln w="38100">
            <a:solidFill>
              <a:srgbClr val="F0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252000" y="518200"/>
            <a:ext cx="0" cy="153600"/>
          </a:xfrm>
          <a:prstGeom prst="line">
            <a:avLst/>
          </a:prstGeom>
          <a:ln w="49530">
            <a:solidFill>
              <a:srgbClr val="F0C9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220000" y="716600"/>
            <a:ext cx="64000" cy="64000"/>
          </a:xfrm>
          <a:prstGeom prst="ellipse">
            <a:avLst/>
          </a:prstGeom>
          <a:solidFill>
            <a:srgbClr val="F0C96B"/>
          </a:solidFill>
          <a:ln w="6350">
            <a:solidFill>
              <a:srgbClr val="F0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El error número uno del upgrade. apt install kubeadm=1.35.x falla con «Version not found» no porque la versión no exista, sino porque el repositorio sigue apuntando a la minor anterior. Los antiguos apt.kubernetes.io y packages.cloud.google.com están retirados.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2410000"/>
            <a:ext cx="10952000" cy="1196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000" y="2410000"/>
            <a:ext cx="46000" cy="119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0000" y="2560000"/>
            <a:ext cx="10412000" cy="93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sed -i 's#/v1.34/#/v1.35/#' /etc/apt/sources.list.d/kubernetes.list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curl -fsSL https://pkgs.k8s.io/core:/stable:/v1.35/deb/Release.key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| gpg --dearmor -o /etc/apt/keyrings/kubernetes-apt-keyring.gpg --yes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apt update &amp;&amp; apt-cache madison kubeadm | head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SECUENCIA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Control plane y worker, lado a 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12</a:t>
            </a:r>
          </a:p>
        </p:txBody>
      </p:sp>
      <p:pic>
        <p:nvPicPr>
          <p:cNvPr id="8" name="Picture 7" descr="control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850000"/>
            <a:ext cx="10952000" cy="216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850000"/>
            <a:ext cx="46000" cy="2168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000" y="1970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000" y="2250000"/>
            <a:ext cx="10412000" cy="170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apt-mark unhold kubeadm &amp;&amp; apt install -y kubeadm=1.35.0-1.1 &amp;&amp; apt-mark hold kubeadm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kubeadm upgrade plan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kubeadm upgrade apply v1.35.0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kubectl drain cka-master --ignore-daemonsets --delete-emptydir-data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apt-mark unhold kubelet kubectl &amp;&amp; apt install -y kubelet=1.35.0-1.1 kubectl=1.35.0-1.1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systemctl daemon-reload &amp;&amp; systemctl restart kubelet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kubectl uncordon cka-master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4218000"/>
            <a:ext cx="10952000" cy="82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000" y="4218000"/>
            <a:ext cx="46000" cy="824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000" y="4338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WORKER: IDÉNTICO, CAMBIANDO UNA SOLA LÍNEA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000" y="4618000"/>
            <a:ext cx="10412000" cy="36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kubeadm upgrade node    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en lugar de 'kubeadm upgrade apply'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En el examen léelo dos veces: casi siempre piden actualizar solo el control plane, o solo un nodo concreto.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intermedio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2.2 — Upgrade kubeadm v1.34 → v1.35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Actualizar el cluster completo sin que la aplicación testigo deje de responder en ningún momento.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Snapshot de etcd ANTES de empezar. Sin excepción.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Repositorio a la minor de destino en cada nodo.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kubeadm → upgrade plan → upgrade apply → kubelet/kubectl → restart → uncordon.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Workers uno a uno, con kubeadm upgrade node.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Vigilar la disponibilidad en otra terminal durante toda la ventana.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CLASE-02/LABORATORIOS/LAB-02-INTERMEDIO.md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35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nodes -o wide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ETCD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Todo el estado del cluster cabe en un archivo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backup que nadie ha restaurado no es un backup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15</a:t>
            </a:r>
          </a:p>
        </p:txBody>
      </p:sp>
      <p:pic>
        <p:nvPicPr>
          <p:cNvPr id="8" name="Picture 7" descr="et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etcd guarda el estado completo del cluster. Restaurarlo devuelve el cluster a ese instante exacto.</a:t>
            </a:r>
          </a:p>
        </p:txBody>
      </p:sp>
      <p:sp>
        <p:nvSpPr>
          <p:cNvPr id="11" name="Oval 10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Todo lo creado después del snapshot desaparece. Eso es el RPO, y es el argumento para automatizar.</a:t>
            </a:r>
          </a:p>
        </p:txBody>
      </p:sp>
      <p:sp>
        <p:nvSpPr>
          <p:cNvPr id="13" name="Oval 12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No hace falta memorizar rutas: el manifiesto del API server declara el endpoint y los certificados que usa.</a:t>
            </a:r>
          </a:p>
        </p:txBody>
      </p:sp>
      <p:sp>
        <p:nvSpPr>
          <p:cNvPr id="15" name="Oval 14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restore va SIEMPRE a un data dir nuevo, con el control plane parado.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5040" y="23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5040" y="20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DE DÓNDE SALEN LAS RUTAS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25040" y="23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5040" y="2500000"/>
            <a:ext cx="4516960" cy="1586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grep etcd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/etc/kubernetes/manifests/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kube-apiserver.yaml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--etcd-cafile=.../etcd/ca.crt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--etcd-certfile=...client.crt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--etcd-keyfile=...client.key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--etcd-servers=https://127.0.0.1:2379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ACTUALIZACIÓN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etcdctl y etcdutl no son lo mismo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16</a:t>
            </a:r>
          </a:p>
        </p:txBody>
      </p:sp>
      <p:pic>
        <p:nvPicPr>
          <p:cNvPr id="8" name="Picture 7" descr="et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2205000"/>
            <a:ext cx="5316000" cy="277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4000" y="2205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465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etcdctl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Habla con un etcd VIVO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000" y="3035000"/>
            <a:ext cx="4796000" cy="1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Necesita certificados y endpoint.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endpoint health · endpoint status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snapshot save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snapshot restore está DEPRECADO: avisa por consola.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6000" y="2205000"/>
            <a:ext cx="5316000" cy="277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0000" y="2205000"/>
            <a:ext cx="5268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000" y="2465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etcdutl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Trabaja sobre un ARCHIVO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6000" y="3035000"/>
            <a:ext cx="4796000" cy="1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 necesita certificados ni endpoint.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snapshot status — valida el .db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snapshot restore — es el comando correcto hoy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te piden certificados para un status, estás usando el binario equivocado.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ETCDCTL_API=3 ya no hace falta: v3 es el valor por defecto desde hace varias versiones.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LOS TRES COMANDOS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Backup, validación y restore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17</a:t>
            </a:r>
          </a:p>
        </p:txBody>
      </p:sp>
      <p:pic>
        <p:nvPicPr>
          <p:cNvPr id="8" name="Picture 7" descr="et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850000"/>
            <a:ext cx="10952000" cy="1720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850000"/>
            <a:ext cx="46000" cy="17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000" y="1970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1 · SNAPSHOT (MEMORIZA ESTA LÍNEA)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000" y="2250000"/>
            <a:ext cx="10412000" cy="1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etcdctl --endpoints=https://127.0.0.1:2379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--cacert=/etc/kubernetes/pki/etcd/ca.crt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--cert=/etc/kubernetes/pki/etcd/server.crt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--key=/etc/kubernetes/pki/etcd/server.key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snapshot save /opt/backup/etcd.db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3770000"/>
            <a:ext cx="10952000" cy="104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000" y="3770000"/>
            <a:ext cx="46000" cy="1048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000" y="3890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2 · VALIDAR   ·   3 · RESTAURAR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000" y="4170000"/>
            <a:ext cx="10412000" cy="5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etcdutl snapshot status  /opt/backup/etcd.db --write-out=table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etcdutl snapshot restore /opt/backup/etcd.db --data-dir /var/lib/etcd-restore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Y después: parar el control plane moviendo los manifiestos, reapuntar el hostPath del volumen etcd-data, y devolverlos.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avanzado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2.3 — ETCD: snapshot, validación y restore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Demostrar que el backup funciona. Un snapshot que nadie ha restaurado nunca no es un backup.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Deducir endpoint, certificados y data dir leyendo los manifiestos.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Crear el Deployment 'antes', tomar snapshot, validarlo y anotar el número de claves.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Crear el Deployment 'despues' — que se perderá.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Restaurar a un data dir nuevo, parar el control plane y reapuntar etcd.yaml.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Explicar por escrito por qué 'despues' desapareció.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CLASE-02/LABORATORIOS/LAB-03-AVANZADO.md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27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etcdutl snapshot 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RBAC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Quién puede hacer qué, y dónde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RBAC en cuatro ideas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20</a:t>
            </a:r>
          </a:p>
        </p:txBody>
      </p:sp>
      <p:pic>
        <p:nvPicPr>
          <p:cNvPr id="8" name="Picture 7" descr="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Es whitelisting puro: todo lo que no se concede explícitamente está denegado.</a:t>
            </a:r>
          </a:p>
        </p:txBody>
      </p:sp>
      <p:sp>
        <p:nvSpPr>
          <p:cNvPr id="11" name="Oval 10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Los permisos son aditivos. No existen reglas de denegación: solo se suman.</a:t>
            </a:r>
          </a:p>
        </p:txBody>
      </p:sp>
      <p:sp>
        <p:nvSpPr>
          <p:cNvPr id="13" name="Oval 12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Los usuarios NO son objetos del API. jane y jim solo existen dentro de los bindings y en los certificados.</a:t>
            </a:r>
          </a:p>
        </p:txBody>
      </p:sp>
      <p:sp>
        <p:nvSpPr>
          <p:cNvPr id="15" name="Oval 14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Las ServiceAccounts sí son objetos, y su identidad real es system:serviceaccount:&lt;ns&gt;:&lt;nombre&gt;.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59040" y="2010000"/>
            <a:ext cx="488896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5040" y="2250000"/>
            <a:ext cx="4456960" cy="32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LOS CUATRO OBJETOS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Role — qué se puede hacer, en un namespace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ClusterRole — qué se puede hacer, sin ámbito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RoleBinding — a quién, en un namespace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ClusterRoleBinding — a quién, en todo el cluster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LA PREGUNTA QUE LO RESUELVE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¿El permiso vale en un namespace o en todos?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21</a:t>
            </a:r>
          </a:p>
        </p:txBody>
      </p:sp>
      <p:pic>
        <p:nvPicPr>
          <p:cNvPr id="8" name="Picture 7" descr="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0000" y="1470000"/>
            <a:ext cx="10952000" cy="420000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882000"/>
            <a:ext cx="10952000" cy="1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000" y="1470000"/>
            <a:ext cx="2213777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ROLE USADO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13777" y="1470000"/>
            <a:ext cx="2213777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BINDING USADO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7555" y="1470000"/>
            <a:ext cx="5864444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ALCANCE RESULTANTE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000" y="245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" y="189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3777" y="189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RoleBinding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47555" y="1890000"/>
            <a:ext cx="5864444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Solo ese namespace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000" y="245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" y="301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0000" y="245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ClusterRole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3777" y="245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ClusterRoleBinding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47555" y="2450000"/>
            <a:ext cx="5864444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Todo el cluster, incluidos recursos no namespaced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000" y="357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000" y="301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ClusterRole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3777" y="301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RoleBinding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7555" y="3010000"/>
            <a:ext cx="5864444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Solo ese namespace, reutilizando la definición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000" y="357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000" y="413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000" y="357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13777" y="3570000"/>
            <a:ext cx="2213777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ClusterRoleBinding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47555" y="3570000"/>
            <a:ext cx="5864444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 ES VÁLIDO — el API lo acepta y no concede nada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Poner un ClusterRoleBinding donde debía ir un RoleBinding es el fallo de RBAC más común y más caro en producción.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IMPERATIVO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RBAC sin pelearse con la indentación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22</a:t>
            </a:r>
          </a:p>
        </p:txBody>
      </p:sp>
      <p:pic>
        <p:nvPicPr>
          <p:cNvPr id="8" name="Picture 7" descr="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850000"/>
            <a:ext cx="10952000" cy="194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850000"/>
            <a:ext cx="46000" cy="1944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000" y="1970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CREAR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000" y="2250000"/>
            <a:ext cx="10412000" cy="148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role r1 --verb=get,list --resource=pods -n ns1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rolebinding rb1 --role=r1 --user=jane -n ns1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clusterrole cr1 --verb=delete --resource=deployments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clusterrolebinding crb1 --clusterrole=cr1 --user=jane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rolebinding rb2 --clusterrole=cr1 --user=jim -n red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alcance limitado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rolebinding rb3 --role=r1 --serviceaccount=ns1:processor -n ns1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3994000"/>
            <a:ext cx="10952000" cy="1272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000" y="3994000"/>
            <a:ext cx="46000" cy="127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000" y="4114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AUDITAR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000" y="4394000"/>
            <a:ext cx="10412000" cy="81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auth can-i delete secrets --as jane -n red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auth can-i --list --as jane -n red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auth can-i create pods --as system:serviceaccount:ns1:processor -n ns1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auth can-i responde yes o no. Es la única forma fiable de auditar: leer los YAML induce a error.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604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FF7B72"/>
                </a:solidFill>
                <a:latin typeface="Segoe UI"/>
              </a:rPr>
              <a:t>Challenge — el escenario arranca roto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2.4 — Challenge: Forbidden en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La implementación RBAC no coincide con el diseño aprobado. Faltan permisos y, peor, sobran otros.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Prepara el escenario: RECURSOS/SCRIPTS/setup-lab.sh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Audita con auth can-i y construye la tabla diseño vs. estado real.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Identifica el permiso EXCESIVO y explica por qué es peligroso.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Corrige con mínimo privilegio. Prohibido cluster-admin, admin y edit.</a:t>
            </a:r>
          </a:p>
        </p:txBody>
      </p:sp>
      <p:sp>
        <p:nvSpPr>
          <p:cNvPr id="14" name="Oval 13"/>
          <p:cNvSpPr/>
          <p:nvPr/>
        </p:nvSpPr>
        <p:spPr>
          <a:xfrm>
            <a:off x="9825200" y="1497200"/>
            <a:ext cx="313600" cy="3136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66400" y="1752000"/>
            <a:ext cx="431200" cy="4900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 flipV="1">
            <a:off x="95508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01780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95508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01780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95508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1780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CLASE-02/LABORATORIOS/LAB-04-CHALLENGE.md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18 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Comprueba que puedes hacer esto sin apuntes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96000" y="339000"/>
            <a:ext cx="512000" cy="512000"/>
          </a:xfrm>
          <a:prstGeom prst="roundRect">
            <a:avLst>
              <a:gd name="adj" fmla="val 20000"/>
            </a:avLst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24000" y="607800"/>
            <a:ext cx="89600" cy="1024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213600" y="479800"/>
            <a:ext cx="179200" cy="2304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0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Listo versiones de kubeadm, kubelet, kubectl y del servidor.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Vacío un nodo y sé por qué drain necesita --ignore-daemonsets.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Actualizo el control plane con kubeadm upgrade apply.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Actualizo un worker con kubeadm upgrade node.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Sé el orden: kubeadm, luego kubelet y kubectl.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6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6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Localizo endpoint y certificados de etcd sin buscar en Google.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6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6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Creo un snapshot y lo valido con etcdutl snapshot status.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6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6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Restauro etcd y recupero el cluster.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6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6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Distingo Role de ClusterRole y RoleBinding de ClusterRoleBinding.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6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6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Diagnostico un Forbidden con auth can-i --as.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92000" y="-1400000"/>
            <a:ext cx="4000000" cy="40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00000" y="4358000"/>
            <a:ext cx="3800000" cy="38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2000" y="9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00" y="300000"/>
            <a:ext cx="90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CIERRE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1560000"/>
            <a:ext cx="9200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Clase 2 completada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2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2820000"/>
            <a:ext cx="9752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Sabes mantener el cluster, recuperarlo de un desastre y controlar quién hace qué dentro de él.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En la Clase 3 volvemos a las aplicaciones, pero a las difíciles: las que tienen estado. Workloads, almacenamiento persistente y StatefulSets.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Repasa antes: la relación Deployment → ReplicaSet → Pod.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— Administración del Cluster: Upgrade, ETCD y RBAC</dc:title>
  <dc:subject>Clase 2 — Administración del Cluster: Upgrade, ETCD y RBAC</dc:subject>
  <dc:creator>CKA Hands-On Training</dc:creator>
  <cp:keywords/>
  <dc:description>Generado con generador-diapositivas/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