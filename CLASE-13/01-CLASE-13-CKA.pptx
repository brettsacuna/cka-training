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00" y="10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SESIÓN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Seguridad: RBAC, Red y Pods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Quién puede hacer qué, quién puede hablar con quién y qué puede hacer un contenedor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Especial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SESIÓN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RBAC · NetPol · PSA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TRES CAPAS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mínimo privilegio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PRINCIPIO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sesión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8400" y="441400"/>
            <a:ext cx="307200" cy="3072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00800" y="543800"/>
            <a:ext cx="102400" cy="102400"/>
          </a:xfrm>
          <a:prstGeom prst="ellipse">
            <a:avLst/>
          </a:prstGeom>
          <a:solidFill>
            <a:srgbClr val="74A6FF"/>
          </a:solidFill>
          <a:ln w="635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Diseñar permisos con Role, ClusterRole, RoleBinding y ClusterRoleBinding.</a:t>
            </a:r>
          </a:p>
        </p:txBody>
      </p:sp>
      <p:sp>
        <p:nvSpPr>
          <p:cNvPr id="13" name="Oval 12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Comprobar permisos con kubectl auth can-i, incluyendo --as.</a:t>
            </a:r>
          </a:p>
        </p:txBody>
      </p:sp>
      <p:sp>
        <p:nvSpPr>
          <p:cNvPr id="15" name="Oval 14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Distinguir lo namespaced de lo cluster-scoped y cuándo usar cada binding.</a:t>
            </a:r>
          </a:p>
        </p:txBody>
      </p:sp>
      <p:sp>
        <p:nvSpPr>
          <p:cNvPr id="17" name="Oval 16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Escribir NetworkPolicies de ingress y egress, incluyendo default deny.</a:t>
            </a:r>
          </a:p>
        </p:txBody>
      </p:sp>
      <p:sp>
        <p:nvSpPr>
          <p:cNvPr id="19" name="Oval 18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Evitar el fallo de romper el DNS al aplicar una política de egress.</a:t>
            </a:r>
          </a:p>
        </p:txBody>
      </p:sp>
      <p:sp>
        <p:nvSpPr>
          <p:cNvPr id="21" name="Oval 20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Endurecer un contenedor con securityContext: no-root, sin capabilities, seccomp.</a:t>
            </a:r>
          </a:p>
        </p:txBody>
      </p:sp>
      <p:sp>
        <p:nvSpPr>
          <p:cNvPr id="23" name="Oval 22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Aplicar los Pod Security Standards con Pod Security Admission por etiqueta de namespace.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SESIÓN ESPECIAL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10983200" y="326200"/>
            <a:ext cx="537600" cy="537600"/>
          </a:xfrm>
          <a:prstGeom prst="ellipse">
            <a:avLst/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1252000" y="415800"/>
            <a:ext cx="0" cy="179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52000" y="595000"/>
            <a:ext cx="128000" cy="512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000" y="177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195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177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Las tres preguntas: quién, con quién, qué puede 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24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10–32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42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24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RBAC — Roles, ClusterRoles y bindings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275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271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32–54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289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271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13.1 — Básico: una ServiceAccount con permisos mínimos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318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54–72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0000" y="336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0000" y="318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NetworkPolicy — default deny, aditividad, DNS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369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365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72–104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383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365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13.2 — Intermedio: aislar el tráfico de GRATITUD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" y="412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104–120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0000" y="430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0000" y="412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securityContext y Pod Security Admission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00" y="463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459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120–150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0000" y="477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0000" y="459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13.3 — Avanzado: endurecer los contenedores de GRATITUD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000" y="5105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000" y="506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150–170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240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06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13.4 — Challenge: «GRATITUD ni despliega ni conecta»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" y="5535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170–180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0000" y="5710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0000" y="5535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RBAC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Un Role define permisos; un Binding se los da a alguien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Sujeto + verbo + recurso, en un ámbito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pic>
        <p:nvPicPr>
          <p:cNvPr id="8" name="Picture 7" descr="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Sujeto: User, Group o ServiceAccount. Verbo: get/list/watch/create/update/patch/delete/…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Role = permisos en un namespace. ClusterRole = permisos de cluster y recursos sin namespace.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Un Role/ClusterRole no concede nada solo: hace falta un binding.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RoleBinding puede apuntar a un ClusterRole: reutilizas la definición y la aplicas por namespace.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COMPROBAR PERMISOS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983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auth can-i create deploy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-n gratitud-api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suplantar a una ServiceAccount: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auth can-i list secrets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--as=system:serviceaccount:\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gratitud-api:gratitud-deployer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-n gratitud-api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auth can-i --list -n gratitud-api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RBAC responde a «¿puede este sujeto ejecutar esta acción sobre este recurso?». El sujeto es un User, un Group o —lo habitual dentro del cluster— una ServiceAccount. La acción es un verbo (get, list, watch, create, update, patch, delete, y algunos especiales como impersonate o bind). El recurso es un tipo de objeto de la API (pods, deployments, secrets…), identificado por su apiGroup.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Los permisos viven en dos objetos: Role, que solo tiene sentido dentro de un namespace, y ClusterRole, que es de ámbito de cluster y también sirve para recursos que no pertenecen a ningún namespace (nodes, persistentvolumes, namespaces). Un Role o ClusterRole por sí solo no concede nada: es una lista de reglas.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El vínculo lo hace un binding: RoleBinding otorga los permisos de un Role (o de un ClusterRole) DENTRO de un namespace; ClusterRoleBinding otorga los de un ClusterRole en TODO el cluster. El patrón más útil: un ClusterRole reutilizable («leer configmaps») referenciado por varios RoleBinding, uno por namespace.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CUATRO OBJETOS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Qué define cada uno y en qué ámbito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OBJETO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6909" y="1470000"/>
            <a:ext cx="4758181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CONTIENE / HACE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5090" y="1470000"/>
            <a:ext cx="2766909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ÁMBITO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6909" y="189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Reglas (apiGroups, resources, verbs) para un namespace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5090" y="189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Namespaced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ClusterRole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6909" y="245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Reglas para todo el cluster y recursos sin namespace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090" y="245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Cluster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RoleBinding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6909" y="301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Da un Role o un ClusterRole a sujetos, en un namespace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5090" y="301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Namespaced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ClusterRoleBinding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6909" y="3570000"/>
            <a:ext cx="4758181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Da un ClusterRole a sujetos, en todo el 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5090" y="3570000"/>
            <a:ext cx="2766909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Cluster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Roles por defecto listos para usar: view (solo lectura), edit (escritura sin RBAC), admin (todo el namespace, con RBAC), cluster-admin (todo).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ServiceAccount + Role + RoleBinding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850000"/>
            <a:ext cx="10952000" cy="328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50000"/>
            <a:ext cx="46000" cy="3288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000" y="1970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PERMISO MÍNIMO PARA DESPLEGAR EN UN 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000" y="2250000"/>
            <a:ext cx="10412000" cy="282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serviceaccount gratitud-deployer -n gratitud-api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role deployer -n gratitud-api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--verb=get,list,watch,create,update,patch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--resource=deployments,replicasets,pods,configmaps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create rolebinding deployer-bind -n gratitud-api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--role=deployer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--serviceaccount=gratitud-api:gratitud-deployer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auth can-i create deploy -n gratitud-api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--as=system:serviceaccount:gratitud-api:gratitud-deployer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roleRef es INMUTABLE: para cambiar a qué Role apunta un binding hay que borrarlo y recrearlo. Los subjects sí se pueden editar.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13.1 — Una ServiceAccount con permisos mínimos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Crear una ServiceAccount, darle un Role acotado con un RoleBinding, probar con auth can-i --as, y ver la diferencia entre un permiso namespaced y uno de cluster.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Crear la SA y comprobar que, sin binding, no puede hacer nada (can-i --as = no).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Crear un Role de solo lectura y un RoleBinding; verificar get/list pero no create.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Ampliar a create/update y volver a verificar.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Crear un ClusterRole para leer nodes y enlazarlo con un ClusterRoleBinding.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Comprobar que un RoleBinding a un ClusterRole solo aplica en su namespace.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CLASE-13/LABORATORIOS/LAB-01-BASICO.md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22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auth can-i --list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tp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NetworkPolicy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Reglas de firewall a nivel de Pod, y sus trampas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Cuatro reglas que lo explican 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36000" y="1751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1470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Sin política que lo seleccione, un Pod acepta todo. El aislamiento no es por defecto.</a:t>
            </a:r>
          </a:p>
        </p:txBody>
      </p:sp>
      <p:sp>
        <p:nvSpPr>
          <p:cNvPr id="11" name="Oval 10"/>
          <p:cNvSpPr/>
          <p:nvPr/>
        </p:nvSpPr>
        <p:spPr>
          <a:xfrm>
            <a:off x="636000" y="2419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000" y="2137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Una política lo selecciona para un policyType -&gt; aislado para ese tipo; solo pasa lo autorizado.</a:t>
            </a:r>
          </a:p>
        </p:txBody>
      </p:sp>
      <p:sp>
        <p:nvSpPr>
          <p:cNvPr id="13" name="Oval 12"/>
          <p:cNvSpPr/>
          <p:nvPr/>
        </p:nvSpPr>
        <p:spPr>
          <a:xfrm>
            <a:off x="636000" y="30867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000" y="28050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Aditivas: se aplica la unión de todas. No hay reglas de denegación; el orden da igual.</a:t>
            </a:r>
          </a:p>
        </p:txBody>
      </p:sp>
      <p:sp>
        <p:nvSpPr>
          <p:cNvPr id="15" name="Oval 14"/>
          <p:cNvSpPr/>
          <p:nvPr/>
        </p:nvSpPr>
        <p:spPr>
          <a:xfrm>
            <a:off x="636000" y="375425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000" y="3472500"/>
            <a:ext cx="5435040" cy="6675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Ingress y Egress son independientes: para A-&gt;B hacen falta egress en A e ingress en 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040" y="1470000"/>
            <a:ext cx="4936960" cy="267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5040" y="1770000"/>
            <a:ext cx="46000" cy="237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5040" y="153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DEFAULT DENY EN UN NAMESPACE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25040" y="176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65040" y="1960000"/>
            <a:ext cx="4516960" cy="19837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kind: NetworkPolicy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podSelector: {}  </a:t>
            </a:r>
            <a:r>
              <a:rPr sz="1000" b="0" i="1">
                <a:solidFill>
                  <a:srgbClr val="7C8AA5"/>
                </a:solidFill>
                <a:latin typeface="Consolas"/>
              </a:rPr>
              <a:t>  # todos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policyTypes: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- Ingress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>    - Egress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sin secciones ingress/egress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= denegar todo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requisito: CNI que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C8AA5"/>
                </a:solidFill>
                <a:latin typeface="Consolas"/>
              </a:rPr>
              <a:t># implemente NetworkPolicy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Una NetworkPolicy es un firewall a nivel de Pod con una lógica contraintuitiva. Regla uno: un Pod al que NO selecciona ninguna política acepta todo el tráfico; el aislamiento no es el estado por defecto. Regla dos: en cuanto UNA política selecciona a un Pod para un policyType (Ingress o Egress), ese Pod queda aislado para ese tipo y solo pasa lo que las políticas autoricen de forma explícita.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Regla tres: las políticas son ADITIVAS. Si varias seleccionan al mismo Pod, se aplica la unión de todo lo que permiten; no existen reglas de denegación y el orden no importa. Regla cuatro: Ingress y Egress son independientes. Para que el Pod A hable con el Pod B hacen falta DOS permisos: salida (egress) en A hacia B, y entrada (ingress) en B desde A.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Requisito previo que se olvida: el plugin CNI instalado tiene que implementar NetworkPolicy (Calico y Cilium sí; Flannel a secas no). Si el CNI no las soporta, las políticas se crean sin error pero no filtran nada, y el laboratorio no demuestra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F7B72"/>
                </a:solidFill>
                <a:latin typeface="Segoe UI Semibold"/>
              </a:rPr>
              <a:t>EL FALLO ESTRELLA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default deny de egress rompe el DNS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pic>
        <p:nvPicPr>
          <p:cNvPr id="8" name="Picture 7" descr="netp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En cuanto aplicas una política de egress, el tráfico al puerto 53 hacia CoreDNS también queda bloqueado. Nada resuelve, y el síntoma se confunde con «la red está muerta» o «CoreDNS se ha caído». Hay que permitirlo de forma explícita.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2410000"/>
            <a:ext cx="10952000" cy="186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000" y="2410000"/>
            <a:ext cx="46000" cy="1868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00" y="2560000"/>
            <a:ext cx="10412000" cy="16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egress: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 to: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namespaceSelector: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  matchLabels: {kubernetes.io/metadata.name: kube-system}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ports: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{protocol: UDP, port: 53}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{protocol: TCP, port: 53}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Kubernetes añade automáticamente el label kubernetes.io/metadata.name a todos los namespaces. Úsalo para seleccionar kube-system.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UN GUION LO CAMBIA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AND frente a OR en los selectores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sp>
        <p:nvSpPr>
          <p:cNvPr id="8" name="Freeform 7"/>
          <p:cNvSpPr/>
          <p:nvPr/>
        </p:nvSpPr>
        <p:spPr>
          <a:xfrm>
            <a:off x="10970400" y="326200"/>
            <a:ext cx="563200" cy="512000"/>
          </a:xfrm>
          <a:custGeom>
            <a:avLst/>
            <a:gdLst/>
            <a:ahLst/>
            <a:cxnLst/>
            <a:rect l="l" t="t" r="r" b="b"/>
            <a:pathLst>
              <a:path w="563200" h="512000">
                <a:moveTo>
                  <a:pt x="281600" y="0"/>
                </a:moveTo>
                <a:lnTo>
                  <a:pt x="563200" y="512000"/>
                </a:lnTo>
                <a:lnTo>
                  <a:pt x="0" y="512000"/>
                </a:lnTo>
                <a:close/>
              </a:path>
            </a:pathLst>
          </a:cu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252000" y="518200"/>
            <a:ext cx="0" cy="1536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220000" y="716600"/>
            <a:ext cx="64000" cy="64000"/>
          </a:xfrm>
          <a:prstGeom prst="ellipse">
            <a:avLst/>
          </a:prstGeom>
          <a:solidFill>
            <a:srgbClr val="74A6FF"/>
          </a:solidFill>
          <a:ln w="635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000" y="1564000"/>
            <a:ext cx="5316000" cy="248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000" y="1564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1824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AND — un solo elemento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Ese Pod, en ese namespace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000" y="2394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- from: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- namespaceSelector: {...}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  podSelector: {...}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Las dos condiciones deben cumplirse a la vez.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6000" y="1564000"/>
            <a:ext cx="5316000" cy="248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0000" y="1564000"/>
            <a:ext cx="5268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6000" y="1824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OR — dos elementos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Ese namespace, O ese 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000" y="2394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- from: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- namespaceSelector: {...}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- podSelector: {...}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Basta con que se cumpla una. Concede de más.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En una regla from o to, la diferencia entre exigir dos condiciones a la vez o cualquiera de ellas es un solo guion de YAML, y es la diferencia entre una política correcta y un agujero.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Si namespaceSelector y podSelector van bajo el MISMO elemento de la lista (un guion), se combinan con AND: «Pods que cumplan ESE podSelector Y estén en un namespace que cumpla ESE namespaceSelector». Es lo que casi siempre quieres.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0" i="0">
                <a:solidFill>
                  <a:srgbClr val="BDC9DB"/>
                </a:solidFill>
                <a:latin typeface="Segoe UI"/>
              </a:rPr>
              <a:t>Si van como DOS elementos de la lista (dos guiones), se combinan con OR: «cualquier Pod de ese namespace, O cualquier Pod con ese label en cualquier namespace». Concede muchísimo más de lo que parece. Revisa siempre la indentación de estas reglas.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13.2 — Aislar el tráfico de GRATITUD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Pasar de tres namespaces de GRATITUD totalmente abiertos a un modelo donde solo circula el tráfico autorizado, sin romper el DNS ni dejar nada inutilizable.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Verificar que el CNI implementa NetworkPolicy y documentar la conectividad de partida.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Aplicar default deny en gratitud-frontend, gratitud-api y gratitud-datos.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Permitir DNS de forma explícita y comprobar que la resolución vuelve.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Permitir frontend -&gt; api y api -&gt; datos, y solo eso.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Comprobar que ningún Pod alcanza Internet y que 'otro' no llega a 'api'.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CLASE-13/LABORATORIOS/LAB-02-INTERMEDIO.md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32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networkpolicy -A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000" y="2150000"/>
            <a:ext cx="18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SecurityContext y Pod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Qué puede hacer un contenedor, y qué le deja hacer el namespace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SECURITYCONTEXT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Los campos que endurecen un contenedor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  <p:pic>
        <p:nvPicPr>
          <p:cNvPr id="8" name="Picture 7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3430666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CAMPO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666" y="1470000"/>
            <a:ext cx="4343333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QUÉ HACE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4000" y="1470000"/>
            <a:ext cx="25180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VALOR RECOMENDADO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runAsNonRoot / runAsUser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0666" y="18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Impide correr como root / fija el UID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4000" y="18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true / un UID ≠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allowPrivilegeEscalation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0666" y="245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Permite ganar privilegios con setuid/setcap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4000" y="245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false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capabilities.drop / add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0666" y="301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Quita o añade capacidades del kernel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4000" y="301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drop: [ALL], add solo lo imprescindible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readOnlyRootFilesystem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0666" y="357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Monta la raíz del contenedor en solo lectura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4000" y="357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true (con emptyDir para lo escribible)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seccompProfile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0666" y="413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Filtra las syscalls permitidas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4000" y="413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RuntimeDefault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000" y="469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0000" y="52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000" y="4690000"/>
            <a:ext cx="3430666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privileged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0666" y="4690000"/>
            <a:ext cx="4343333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Acceso casi total al host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4000" y="4690000"/>
            <a:ext cx="2518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false — siempre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000" y="591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0000" y="593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000" y="591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securityContext se puede poner a nivel de Pod (afecta a todos los contenedores) y a nivel de contenedor (gana el del contenedor). fsGroup y fsGroupChangePolicy solo tienen sentido a nivel de Pod.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POD SECURITY ADMISSION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Tres niveles, tres modos, una etiqueta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  <p:pic>
        <p:nvPicPr>
          <p:cNvPr id="8" name="Picture 7" descr="p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1564000"/>
            <a:ext cx="5316000" cy="248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000" y="1564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1824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Los tres niveles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De menos a más estricto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2394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privileged: todo permitido.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baseline: sin privileged, hostNetwork, hostPath, hostPID…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restricted: baseline + runAsNonRoot + noPrivEsc + drop ALL + seccomp.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6000" y="1564000"/>
            <a:ext cx="5316000" cy="2482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0000" y="1564000"/>
            <a:ext cx="5268000" cy="46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824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Los tres modos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Etiquetas del namespace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394000"/>
            <a:ext cx="4796000" cy="14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enforce=&lt;nivel&gt;: rechaza los Pods que no cumplen.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audit=&lt;nivel&gt;: los registra en auditoría.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warn=&lt;nivel&gt;: avisa a quien hace apply.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pod-security.kubernetes.io/enforce=restricted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10000"/>
            <a:ext cx="10952000" cy="2000000"/>
          </a:xfrm>
          <a:prstGeom prst="roundRect">
            <a:avLst>
              <a:gd name="adj" fmla="val 45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000" y="4332000"/>
            <a:ext cx="40000" cy="195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000" y="4440000"/>
            <a:ext cx="10522000" cy="17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00" b="1" i="0" spc="200">
                <a:solidFill>
                  <a:srgbClr val="326CE5"/>
                </a:solidFill>
                <a:latin typeface="Segoe UI Semibold"/>
              </a:rPr>
              <a:t>TEORÍA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PodSecurityPolicy se eliminó en la 1.25. Su sustituto es Pod Security Admission (PSA), un controlador de admisión integrado que valida cada Pod contra uno de tres Pod Security Standards: privileged (sin restricciones), baseline (impide lo peor: privileged, hostNetwork, hostPath…) y restricted (además exige runAsNonRoot, allowPrivilegeEscalation: false, capabilities drop ALL y seccompProfile).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PSA se activa por ETIQUETAS en el namespace, no por un objeto aparte. pod-security.kubernetes.io/enforce=&lt;nivel&gt; rechaza los Pods que no cumplen; audit=&lt;nivel&gt; los anota en el log de auditoría; warn=&lt;nivel&gt; devuelve un aviso al que hace kubectl apply. Se puede fijar una versión con enforce-version.</a:t>
            </a:r>
          </a:p>
          <a:p>
            <a:pPr algn="l" marL="0" indent="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Segoe UI"/>
              </a:rPr>
              <a:t>El patrón de despliegue: warn y audit a restricted en todos los namespaces para ver qué rompería, y enforce a restricted (o baseline como paso intermedio) donde la carga ya cumple. Un Pod rechazado por enforce ni siquiera se crea: el Deployment se queda a cero réplicas y el evento del ReplicaSet dice «violates PodSecurity restricted».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contenedor que pasa el nivel restricted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  <p:sp>
        <p:nvSpPr>
          <p:cNvPr id="8" name="Freeform 7"/>
          <p:cNvSpPr/>
          <p:nvPr/>
        </p:nvSpPr>
        <p:spPr>
          <a:xfrm>
            <a:off x="11034400" y="300600"/>
            <a:ext cx="448000" cy="588800"/>
          </a:xfrm>
          <a:custGeom>
            <a:avLst/>
            <a:gdLst/>
            <a:ahLst/>
            <a:cxnLst/>
            <a:rect l="l" t="t" r="r" b="b"/>
            <a:pathLst>
              <a:path w="448000" h="588800">
                <a:moveTo>
                  <a:pt x="0" y="0"/>
                </a:moveTo>
                <a:lnTo>
                  <a:pt x="345600" y="0"/>
                </a:lnTo>
                <a:lnTo>
                  <a:pt x="448000" y="102400"/>
                </a:lnTo>
                <a:lnTo>
                  <a:pt x="448000" y="588800"/>
                </a:lnTo>
                <a:lnTo>
                  <a:pt x="0" y="588800"/>
                </a:lnTo>
                <a:close/>
              </a:path>
            </a:pathLst>
          </a:cu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380000" y="300600"/>
            <a:ext cx="0" cy="10240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80000" y="403000"/>
            <a:ext cx="1024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11200" y="5438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11200" y="6462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11200" y="748600"/>
            <a:ext cx="281600" cy="0"/>
          </a:xfrm>
          <a:prstGeom prst="line">
            <a:avLst/>
          </a:prstGeom>
          <a:ln w="3810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000" y="1742000"/>
            <a:ext cx="10952000" cy="3736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00" y="1742000"/>
            <a:ext cx="46000" cy="373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000" y="1862000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SECURITYCONTEXT CONFORME + ETIQUETA DEL NAMESPACE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0" y="2142000"/>
            <a:ext cx="10412000" cy="32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label ns gratitud-api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pod-security.kubernetes.io/enforce=restricted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pod-security.kubernetes.io/warn=restricted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securityContext:     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nivel de Pod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runAsNonRoot: true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seccompProfile: {type: RuntimeDefault}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containers: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- name: api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securityContext:           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nivel de contenedor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allowPrivilegeEscalation: false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capabilities: {drop: [ALL]}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runAsUser: 101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Si la app necesita escribir en disco, añade readOnlyRootFilesystem: true y monta un emptyDir en las rutas que lo requieran (/tmp, /var/run).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13.3 — Endurecer los contenedores de GRATITUD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Dejar la API de GRATITUD corriendo como usuario sin privilegios, sin capabilities y con seccomp, y que el namespace rechace cualquier Pod que no cumpla el nivel restricted.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Etiquetar gratitud-api con warn y audit = restricted y ver qué avisa del Deployment actual.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el securityContext de Pod y de contenedor hasta que warn no proteste.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Poner enforce=restricted y comprobar que el Deployment sigue desplegando.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readOnlyRootFilesystem y los emptyDir necesarios para /tmp y /var/run.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Verificar dentro del contenedor: id (no root), no se puede escribir en / y las caps están vacías.</a:t>
            </a:r>
          </a:p>
        </p:txBody>
      </p:sp>
      <p:sp>
        <p:nvSpPr>
          <p:cNvPr id="16" name="Freeform 15"/>
          <p:cNvSpPr/>
          <p:nvPr/>
        </p:nvSpPr>
        <p:spPr>
          <a:xfrm>
            <a:off x="9590000" y="1418800"/>
            <a:ext cx="784000" cy="842800"/>
          </a:xfrm>
          <a:custGeom>
            <a:avLst/>
            <a:gdLst/>
            <a:ahLst/>
            <a:cxnLst/>
            <a:rect l="l" t="t" r="r" b="b"/>
            <a:pathLst>
              <a:path w="784000" h="842800">
                <a:moveTo>
                  <a:pt x="235200" y="0"/>
                </a:moveTo>
                <a:lnTo>
                  <a:pt x="235200" y="333200"/>
                </a:lnTo>
                <a:lnTo>
                  <a:pt x="0" y="842800"/>
                </a:lnTo>
                <a:lnTo>
                  <a:pt x="784000" y="842800"/>
                </a:lnTo>
                <a:lnTo>
                  <a:pt x="548800" y="333200"/>
                </a:lnTo>
                <a:lnTo>
                  <a:pt x="548800" y="0"/>
                </a:lnTo>
              </a:path>
            </a:pathLst>
          </a:custGeom>
          <a:noFill/>
          <a:ln w="3302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766400" y="1418800"/>
            <a:ext cx="4312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27200" y="2006800"/>
            <a:ext cx="509600" cy="0"/>
          </a:xfrm>
          <a:prstGeom prst="line">
            <a:avLst/>
          </a:prstGeom>
          <a:ln w="3302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CLASE-13/LABORATORIOS/LAB-03-AVANZADO.md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pod -o jsonpath security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13.4 — Challenge: «GRATITUD ni despliega ni conecta»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La ServiceAccount no puede desplegar, la API no resuelve DNS, el frontend no llega a la API y un componente ni se crea. Cuatro fallos: RBAC, dos de NetworkPolicy y uno de Pod Security.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Clasifica: Forbidden, nslookup falla, tráfico bloqueado, «violates PodSecurity».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Ruta: RoleBinding -&gt; allow-dns -&gt; selector del from -&gt; securityContext del Pod.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Corrige in situ. Prohibido dar cluster-admin o borrar el default-deny.</a:t>
            </a:r>
          </a:p>
        </p:txBody>
      </p:sp>
      <p:sp>
        <p:nvSpPr>
          <p:cNvPr id="14" name="Oval 13"/>
          <p:cNvSpPr/>
          <p:nvPr/>
        </p:nvSpPr>
        <p:spPr>
          <a:xfrm>
            <a:off x="9825200" y="1497200"/>
            <a:ext cx="313600" cy="3136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6400" y="1752000"/>
            <a:ext cx="431200" cy="490000"/>
          </a:xfrm>
          <a:prstGeom prst="ellipse">
            <a:avLst/>
          </a:prstGeom>
          <a:noFill/>
          <a:ln w="3302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95508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178000" y="17912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95508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78000" y="19480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95508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178000" y="2104800"/>
            <a:ext cx="235200" cy="58800"/>
          </a:xfrm>
          <a:prstGeom prst="line">
            <a:avLst/>
          </a:prstGeom>
          <a:ln w="33020">
            <a:solidFill>
              <a:srgbClr val="FF7B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CLASE-13/LABORATORIOS/LAB-04-CHALLENGE.md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Traducción de síntomas de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  <p:pic>
        <p:nvPicPr>
          <p:cNvPr id="8" name="Picture 7" descr="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000" y="275000"/>
            <a:ext cx="640000" cy="64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0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LO QUE OBSERVAS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5600" y="1470000"/>
            <a:ext cx="41608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DÓNDE ESTÁ EL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64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COMANDO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Error 'Forbidden' de la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5600" y="189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RBAC: falta el verbo, el recurso o el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4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auth can-i --as ... --list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0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nslookup falla en un 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5600" y="245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NetworkPolicy de egress sin permitir el puerto 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64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networkpolicy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0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nslookup OK, conexión bloqueada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5600" y="301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Falta ingress en el destino o egress en el origen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64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networkpolicy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0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El from de la política no deja pasar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5600" y="357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podSelector con un label que el origen no tiene, o AND/OR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64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pod --show-labels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0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Deployment a 0 réplicas, 'violates PodSecurity'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5600" y="413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securityContext no cumple el nivel enforce del namespace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464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rs · get ns --show-labels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0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96000" y="339000"/>
            <a:ext cx="512000" cy="51200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74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1124000" y="607800"/>
            <a:ext cx="89600" cy="102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213600" y="479800"/>
            <a:ext cx="179200" cy="230400"/>
          </a:xfrm>
          <a:prstGeom prst="line">
            <a:avLst/>
          </a:prstGeom>
          <a:ln w="49530">
            <a:solidFill>
              <a:srgbClr val="74A6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Escribo un Role y un RoleBinding para una ServiceAccount.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Sé cuándo necesito un ClusterRole y cuándo un ClusterRoleBinding.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Compruebo permisos con auth can-i --as y --list.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Sé que roleRef es inmutable.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Escribo un default deny y sé qué rompe.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Permito DNS en una política de egress (puerto 53 UDP y TCP).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Distingo el AND del OR en namespaceSelector y podSelector.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Endurezco un contenedor: runAsNonRoot, drop ALL, seccomp.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Aplico un Pod Security Standard con la etiqueta del namespace.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Diagnostico un 'Forbidden', un tráfico bloqueado y un 'violates PodSecurity'.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00000" y="4358000"/>
            <a:ext cx="3800000" cy="38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bern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000" y="900000"/>
            <a:ext cx="1650000" cy="16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1560000"/>
            <a:ext cx="92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Sesión 13 completada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GRATITUD ya tiene las tres capas: quién puede actuar (RBAC), quién puede hablar con quién (NetworkPolicy) y qué puede hacer cada contenedor (securityContext + PSA).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El principio es siempre el mismo: mínimo privilegio. Empieza cerrando todo y abre solo lo que se demuestre necesario.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 los tres síntomas a reconocer: Forbidden es RBAC; tráfico que no pasa es NetworkPolicy; un Deployment a cero con «violates PodSecurity» es el nivel del namespace.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13 — Seguridad: RBAC, Red y Pods</dc:title>
  <dc:subject>Sesión 13 — Seguridad: RBAC, Red y Pods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